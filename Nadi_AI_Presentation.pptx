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4960" y="1234440"/>
            <a:ext cx="1371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3800" b="0" i="0">
                <a:solidFill>
                  <a:srgbClr val="F8FAFC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4800" b="1" i="0">
                <a:solidFill>
                  <a:srgbClr val="38BDF8"/>
                </a:solidFill>
                <a:latin typeface="Segoe UI"/>
              </a:defRPr>
            </a:pPr>
            <a:r>
              <a:t>Nadi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2895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000" b="1" i="0">
                <a:solidFill>
                  <a:srgbClr val="F8FAFC"/>
                </a:solidFill>
                <a:latin typeface="Segoe UI"/>
              </a:defRPr>
            </a:pPr>
            <a:r>
              <a:t>Autonomous Multi-Agent DevOps Diagnostic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0" i="1">
                <a:solidFill>
                  <a:srgbClr val="94A3B8"/>
                </a:solidFill>
                <a:latin typeface="Segoe UI"/>
              </a:defRPr>
            </a:pPr>
            <a:r>
              <a:t>The Self-Healing Nervous System for Enterprise 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2743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4572000"/>
            <a:ext cx="25603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38BDF8"/>
                </a:solidFill>
                <a:latin typeface="Segoe UI"/>
              </a:defRPr>
            </a:pPr>
            <a:r>
              <a:t>Harsh </a:t>
            </a:r>
            <a:r>
              <a:rPr lang="en-US"/>
              <a:t>Verma </a:t>
            </a:r>
            <a:r>
              <a:t>(Captain)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rPr dirty="0"/>
              <a:t>Team </a:t>
            </a:r>
            <a:r>
              <a:rPr dirty="0" err="1"/>
              <a:t>Syncra</a:t>
            </a:r>
            <a:endParaRPr dirty="0"/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rPr dirty="0"/>
              <a:t>UI &amp; </a:t>
            </a:r>
            <a:r>
              <a:rPr dirty="0" err="1"/>
              <a:t>CrewAI</a:t>
            </a:r>
            <a:r>
              <a:rPr dirty="0"/>
              <a:t> Reviewer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3790" y="4480560"/>
            <a:ext cx="2743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15230" y="4572000"/>
            <a:ext cx="25603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38BDF8"/>
                </a:solidFill>
                <a:latin typeface="Segoe UI"/>
              </a:defRPr>
            </a:pPr>
            <a:r>
              <a:t>Wycliff Ochieng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Team Syncra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LangChain Sentry &amp; Band 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895" y="4480560"/>
            <a:ext cx="2743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335" y="4572000"/>
            <a:ext cx="25603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38BDF8"/>
                </a:solidFill>
                <a:latin typeface="Segoe UI"/>
              </a:defRPr>
            </a:pPr>
            <a:r>
              <a:t>Syed Wajihul Hassan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Team Syncra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Featherless Patch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The Cost of Downtime &amp; DevOps Bottlenecks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38BDF8"/>
                </a:solidFill>
                <a:latin typeface="Segoe UI"/>
              </a:defRPr>
            </a:pPr>
            <a:r>
              <a:t>THE DEVOPS CHALLENGES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8FAFC"/>
                </a:solidFill>
                <a:latin typeface="Segoe UI"/>
              </a:defRPr>
            </a:pPr>
            <a:r>
              <a:t>• System Failures are Expensive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  Outages cost enterprises thousands per minute and damage brand credibility.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8FAFC"/>
                </a:solidFill>
                <a:latin typeface="Segoe UI"/>
              </a:defRPr>
            </a:pPr>
            <a:r>
              <a:t>• Messy, Unformatted Logs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  System crash dumps contain thousands of lines of noisy log data that require manual parsing.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8FAFC"/>
                </a:solidFill>
                <a:latin typeface="Segoe UI"/>
              </a:defRPr>
            </a:pPr>
            <a:r>
              <a:t>• Human Search &amp; Diagnosis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  On-call engineers must manually trace errors, consult docs, and search databases to find root causes.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48056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06B6D4"/>
                </a:solidFill>
                <a:latin typeface="Segoe UI"/>
              </a:defRPr>
            </a:pPr>
            <a:r>
              <a:t>BUSINESS &amp; TECHNICAL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8FAFC"/>
                </a:solidFill>
                <a:latin typeface="Segoe UI"/>
              </a:defRPr>
            </a:pPr>
            <a:r>
              <a:t>• Escalated MTTR (Mean Time to Resolution)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  The average organization takes hours to detect, patch, review, and deploy crash fixes.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8FAFC"/>
                </a:solidFill>
                <a:latin typeface="Segoe UI"/>
              </a:defRPr>
            </a:pPr>
            <a:r>
              <a:t>• Developer Distraction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  Senior developers are constantly interrupted to review simple fixes, diverting focus from features.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8FAFC"/>
                </a:solidFill>
                <a:latin typeface="Segoe UI"/>
              </a:defRPr>
            </a:pPr>
            <a:r>
              <a:t>• Scripting &amp; Security Risks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94A3B8"/>
                </a:solidFill>
                <a:latin typeface="Segoe UI"/>
              </a:defRPr>
            </a:pPr>
            <a:r>
              <a:t>  Fast, rushed manual hotfixes without multi-stage reviews often introduce regression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The Nadi AI Solution: Self-Healing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0" i="1">
                <a:solidFill>
                  <a:srgbClr val="94A3B8"/>
                </a:solidFill>
                <a:latin typeface="Segoe UI"/>
              </a:defRPr>
            </a:pPr>
            <a:r>
              <a:t>A fully autonomous, closed-loop technical handoff across three specialized agent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548640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 i="0">
                <a:solidFill>
                  <a:srgbClr val="0B0F19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260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38BDF8"/>
                </a:solidFill>
                <a:latin typeface="Segoe UI"/>
              </a:defRPr>
            </a:pPr>
            <a:r>
              <a:t>DETECT &amp; PARSE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1" i="0">
                <a:solidFill>
                  <a:srgbClr val="F8FAFC"/>
                </a:solidFill>
                <a:latin typeface="Segoe UI"/>
              </a:defRPr>
            </a:pPr>
            <a:r>
              <a:t>Agent 1: The Sentry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Intercepts raw crash logs, extracts error types and tracebacks, and formats clean, structured JSON.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3657600"/>
            <a:ext cx="237744" cy="365760"/>
          </a:xfrm>
          <a:prstGeom prst="rightArrow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49470" y="2194560"/>
            <a:ext cx="3291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32350" y="2377440"/>
            <a:ext cx="54864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2350" y="237744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 i="0">
                <a:solidFill>
                  <a:srgbClr val="0B0F1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350" y="2834640"/>
            <a:ext cx="29260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06B6D4"/>
                </a:solidFill>
                <a:latin typeface="Segoe UI"/>
              </a:defRPr>
            </a:pPr>
            <a:r>
              <a:t>DIAGNOSE &amp; PATCH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1" i="0">
                <a:solidFill>
                  <a:srgbClr val="F8FAFC"/>
                </a:solidFill>
                <a:latin typeface="Segoe UI"/>
              </a:defRPr>
            </a:pPr>
            <a:r>
              <a:t>Agent 2: The Engineer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Ingests Sentry reports and invokes Mistral via Featherless AI to generate a targeted, minimal code patch.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32750" y="3657600"/>
            <a:ext cx="237744" cy="365760"/>
          </a:xfrm>
          <a:prstGeom prst="rightArrow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8335" y="2194560"/>
            <a:ext cx="3291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51215" y="2377440"/>
            <a:ext cx="548640" cy="274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1215" y="237744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 i="0">
                <a:solidFill>
                  <a:srgbClr val="0B0F19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215" y="2834640"/>
            <a:ext cx="29260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4ADE80"/>
                </a:solidFill>
                <a:latin typeface="Segoe UI"/>
              </a:defRPr>
            </a:pPr>
            <a:r>
              <a:t>EVALUATE &amp; REVIEW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1" i="0">
                <a:solidFill>
                  <a:srgbClr val="F8FAFC"/>
                </a:solidFill>
                <a:latin typeface="Segoe UI"/>
              </a:defRPr>
            </a:pPr>
            <a:r>
              <a:t>Agent 3: The Reviewer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Strict gatekeeper. Evaluates code logic/security via CrewAI &amp; Llama 70B, approving or vetoing the fix.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⚡ Crucial Advantage: Reduces average enterprise crash recovery time from hours to under 30 seconds, entirely hands-free.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The Orchestration Triad: Three Frameworks, One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1089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38BDF8"/>
                </a:solidFill>
                <a:latin typeface="Segoe UI"/>
              </a:defRPr>
            </a:pPr>
            <a:r>
              <a:t>AGENT 1: THE SENTRY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8FAFC"/>
                </a:solidFill>
                <a:latin typeface="Segoe UI"/>
              </a:defRPr>
            </a:pPr>
            <a:r>
              <a:t>Log Extraction &amp; Parsing</a:t>
            </a:r>
          </a:p>
          <a:p>
            <a:pPr algn="l">
              <a:spcBef>
                <a:spcPts val="0"/>
              </a:spcBef>
              <a:spcAft>
                <a:spcPts val="18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🔧 LangChain + Qwen2.5-Coder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Intercepts raw logs from crash alerts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Isolates messy tracebacks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Generates standardized JSON reports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Ensures strict schema validation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Graceful parsing error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0910" y="1737360"/>
            <a:ext cx="31089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06B6D4"/>
                </a:solidFill>
                <a:latin typeface="Segoe UI"/>
              </a:defRPr>
            </a:pPr>
            <a:r>
              <a:t>AGENT 2: PATCH ENGINEER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8FAFC"/>
                </a:solidFill>
                <a:latin typeface="Segoe UI"/>
              </a:defRPr>
            </a:pPr>
            <a:r>
              <a:t>Root Cause Resolution</a:t>
            </a:r>
          </a:p>
          <a:p>
            <a:pPr algn="l">
              <a:spcBef>
                <a:spcPts val="0"/>
              </a:spcBef>
              <a:spcAft>
                <a:spcPts val="18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🔧 Codeband + Featherless + Mistral-7B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Retrieves reports from Band Room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Formulates targeted fix context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Generates minimal, secure code fixes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Suppresses markdown explanation prose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Publishes patch details for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9775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6935" y="1737360"/>
            <a:ext cx="31089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 i="0">
                <a:solidFill>
                  <a:srgbClr val="4ADE80"/>
                </a:solidFill>
                <a:latin typeface="Segoe UI"/>
              </a:defRPr>
            </a:pPr>
            <a:r>
              <a:t>AGENT 3: CODE REVIEWER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8FAFC"/>
                </a:solidFill>
                <a:latin typeface="Segoe UI"/>
              </a:defRPr>
            </a:pPr>
            <a:r>
              <a:t>Security &amp; Logic Gatekeeper</a:t>
            </a:r>
          </a:p>
          <a:p>
            <a:pPr algn="l">
              <a:spcBef>
                <a:spcPts val="0"/>
              </a:spcBef>
              <a:spcAft>
                <a:spcPts val="18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t>🔧 CrewAI + AI/ML API + Llama-3.3 70B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Acts as final deployment gatekeeper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Analyzes logic flaws &amp; regressions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Ensures secure coding best practices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Provides detailed critique reports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1200" b="0" i="0">
                <a:solidFill>
                  <a:srgbClr val="F8FAFC"/>
                </a:solidFill>
                <a:latin typeface="Segoe UI"/>
              </a:defRPr>
            </a:pPr>
            <a:r>
              <a:t>⚡  Gives strict APPROVED or REJECTED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The Coordination Layer: Band SDK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Agent 1 (Sentry)</a:t>
            </a:r>
            <a:br/>
            <a:r>
              <a:t>LangChain Log Parser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645920"/>
            <a:ext cx="3474720" cy="146304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9470" y="1828800"/>
            <a:ext cx="329184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 i="0">
                <a:solidFill>
                  <a:srgbClr val="38BDF8"/>
                </a:solidFill>
                <a:latin typeface="Segoe UI"/>
              </a:defRPr>
            </a:pPr>
            <a:r>
              <a:t>BAND SDK ROOM</a:t>
            </a:r>
            <a:br/>
            <a:r>
              <a:t>Universal Message Bus</a:t>
            </a:r>
            <a:br/>
            <a:r>
              <a:t>&amp; Shared Context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34095" y="1645920"/>
            <a:ext cx="29260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25535" y="1828800"/>
            <a:ext cx="27432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Agent 2 (Engineer)</a:t>
            </a:r>
            <a:br/>
            <a:r>
              <a:t>&amp; Agent 3 (Reviewer)</a:t>
            </a:r>
            <a:br/>
            <a:r>
              <a:t>Code Fix Loop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749039" y="2240280"/>
            <a:ext cx="502920" cy="274320"/>
          </a:xfrm>
          <a:prstGeom prst="left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eft-Right Arrow 11"/>
          <p:cNvSpPr/>
          <p:nvPr/>
        </p:nvSpPr>
        <p:spPr>
          <a:xfrm>
            <a:off x="7924190" y="2240280"/>
            <a:ext cx="502920" cy="274320"/>
          </a:xfrm>
          <a:prstGeom prst="left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8655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180015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600" b="1" i="0">
                <a:solidFill>
                  <a:srgbClr val="38BDF8"/>
                </a:solidFill>
                <a:latin typeface="Segoe UI"/>
              </a:defRPr>
            </a:pPr>
            <a:r>
              <a:t>WHY BAND SDK WAS CHOSEN FOR COORDINATION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• Universal Interoperability: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Allowed LangChain (Agent 1) and CrewAI (Agent 3) to easily collaborate through a single unified event channel.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• Event-Driven Room Environment: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Agents act asynchronously. The Patch Engineer polls the room for new 'sentry_report' types and triggers automatically.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• Structured JSON Handoff Contracts: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Explicit data schemas ('sentry_report' and 'engineer_patch') isolate runtime state, preventing model hallucination issues from breaking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The Tech Stack: Curated Interoperability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38BDF8"/>
                </a:solidFill>
                <a:latin typeface="Segoe UI"/>
              </a:defRPr>
            </a:pPr>
            <a:r>
              <a:t>COORDINATION LAYER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F8FAFC"/>
                </a:solidFill>
                <a:latin typeface="Segoe UI"/>
              </a:defRPr>
            </a:pPr>
            <a:r>
              <a:t>Band SDK Rooms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Serves as the central nerve channel for agent communication, coordinating structured handoffs asynchronously.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645920"/>
            <a:ext cx="50292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3855" y="1783080"/>
            <a:ext cx="46634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06B6D4"/>
                </a:solidFill>
                <a:latin typeface="Segoe UI"/>
              </a:defRPr>
            </a:pPr>
            <a:r>
              <a:t>DIAGNOSTICS DASHBOARD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F8FAFC"/>
                </a:solidFill>
                <a:latin typeface="Segoe UI"/>
              </a:defRPr>
            </a:pPr>
            <a:r>
              <a:t>Streamlit (Command Center)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Displays live system pulse monitor, agent room deliberations, and code evaluator audit trails.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6634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4ADE80"/>
                </a:solidFill>
                <a:latin typeface="Segoe UI"/>
              </a:defRPr>
            </a:pPr>
            <a:r>
              <a:t>PARSER &amp; FEATHERLESS API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F8FAFC"/>
                </a:solidFill>
                <a:latin typeface="Segoe UI"/>
              </a:defRPr>
            </a:pPr>
            <a:r>
              <a:t>LangChain &amp; Mistral-7B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Uses Qwen2.5-Coder for structured parsing and Mistral 7B via Featherless AI for deterministic code patching.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0975" y="3931920"/>
            <a:ext cx="502920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3855" y="4069080"/>
            <a:ext cx="46634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00" b="1" i="0">
                <a:solidFill>
                  <a:srgbClr val="38BDF8"/>
                </a:solidFill>
                <a:latin typeface="Segoe UI"/>
              </a:defRPr>
            </a:pPr>
            <a:r>
              <a:t>EVALUATION ORCHESTRATION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F8FAFC"/>
                </a:solidFill>
                <a:latin typeface="Segoe UI"/>
              </a:defRPr>
            </a:pPr>
            <a:r>
              <a:t>CrewAI &amp; Llama 3.3 70B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Orchestrates the Senior Code Evaluator role. Connects to Llama 70B via AI/ML API for rigorous security critique.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Diagnostics Command Center: Live 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2062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38BDF8"/>
                </a:solidFill>
                <a:latin typeface="Segoe UI"/>
              </a:defRPr>
            </a:pPr>
            <a:r>
              <a:t>UI FLOW &amp; DEMONSTRATION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1. Crash Simulation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Pasting raw PostgreSQL/Operational tracebacks into the System Pulse Monitor tab.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2. Sentry Diagnostics Generation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Agent 1 converts messy traces into validated, typed JSON error payloads.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3. Live Patch Deliberation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Agent 2 receives error context, queries instructions, and generates target code via Mistral.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4. Gatekeeper Review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Agent 3 evaluates security flaws, printing a definitive CrewAI APPROVED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3035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1800" b="1" i="0">
                <a:solidFill>
                  <a:srgbClr val="06B6D4"/>
                </a:solidFill>
                <a:latin typeface="Segoe UI"/>
              </a:defRPr>
            </a:pPr>
            <a:r>
              <a:t>COMMAND CENTER PORTALS (STREAMLIT)</a:t>
            </a:r>
          </a:p>
          <a:p>
            <a:pPr algn="l">
              <a:spcBef>
                <a:spcPts val="0"/>
              </a:spcBef>
              <a:spcAft>
                <a:spcPts val="3200"/>
              </a:spcAft>
              <a:defRPr sz="100" b="0" i="0">
                <a:solidFill>
                  <a:srgbClr val="F8FAFC"/>
                </a:solidFill>
                <a:latin typeface="Segoe U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3200"/>
              </a:spcAft>
              <a:defRPr sz="100" b="0" i="0">
                <a:solidFill>
                  <a:srgbClr val="F8FAFC"/>
                </a:solidFill>
                <a:latin typeface="Segoe U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3200"/>
              </a:spcAft>
              <a:defRPr sz="100" b="0" i="0">
                <a:solidFill>
                  <a:srgbClr val="F8FAFC"/>
                </a:solidFill>
                <a:latin typeface="Segoe UI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3200"/>
              </a:spcAft>
              <a:defRPr sz="100" b="0" i="0">
                <a:solidFill>
                  <a:srgbClr val="F8FAFC"/>
                </a:solidFill>
                <a:latin typeface="Segoe UI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0" y="2377440"/>
            <a:ext cx="5303520" cy="7315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423160"/>
            <a:ext cx="51206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38BDF8"/>
                </a:solidFill>
                <a:latin typeface="Segoe UI"/>
              </a:defRPr>
            </a:pPr>
            <a:r>
              <a:t>📈 Tab 1: System Pulse Monitor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The ingestion deck for crash simulation and log trace parsing.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468880"/>
            <a:ext cx="5303520" cy="7315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514600"/>
            <a:ext cx="51206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38BDF8"/>
                </a:solidFill>
                <a:latin typeface="Segoe UI"/>
              </a:defRPr>
            </a:pPr>
            <a:r>
              <a:t>🤖 Tab 2: Agent Collaboration Rooms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Visualizes the active JSON reports and generated code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560320"/>
            <a:ext cx="5303520" cy="7315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2606039"/>
            <a:ext cx="51206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38BDF8"/>
                </a:solidFill>
                <a:latin typeface="Segoe UI"/>
              </a:defRPr>
            </a:pPr>
            <a:r>
              <a:t>⚖️ Tab 3: Reviewer Sandbox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The secure critique zone displaying Llama 3.3 APPROVED reports.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651760"/>
            <a:ext cx="5303520" cy="7315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2697479"/>
            <a:ext cx="51206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300" b="1" i="0">
                <a:solidFill>
                  <a:srgbClr val="38BDF8"/>
                </a:solidFill>
                <a:latin typeface="Segoe UI"/>
              </a:defRPr>
            </a:pPr>
            <a:r>
              <a:t>Central Logs &amp; Auditing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94A3B8"/>
                </a:solidFill>
                <a:latin typeface="Segoe UI"/>
              </a:defRPr>
            </a:pPr>
            <a:r>
              <a:t>The historical session timeline for operations auditing.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38BDF8"/>
                </a:solidFill>
                <a:latin typeface="Segoe UI"/>
              </a:defRPr>
            </a:pPr>
            <a:r>
              <a:t>NADI AI 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200" b="1" i="0">
                <a:solidFill>
                  <a:srgbClr val="F8FAFC"/>
                </a:solidFill>
                <a:latin typeface="Segoe UI"/>
              </a:defRPr>
            </a:pPr>
            <a:r>
              <a:t>Enterprise Impact &amp; Future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4415" cy="1828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38BDF8"/>
                </a:solidFill>
                <a:latin typeface="Segoe UI"/>
              </a:defRPr>
            </a:pPr>
            <a:r>
              <a:t>IMMEDIATE ENTERPRISE VALUE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✔ SLA Preservation &amp; Revenue Security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Slashes average downtime recovery from hours to seconds, mitigating expensive SLA contract penalties.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✔ Developer Time Reallocation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Frees senior software engineers from manual Level-1 alert response logs and repetitive bug review duty.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✔ Security &amp; Reliability Guardrails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Llama 70B strict gatekeeper review blocks hallucinated or syntax-broken code before deployment, preserving pipeline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48056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800" b="1" i="0">
                <a:solidFill>
                  <a:srgbClr val="4ADE80"/>
                </a:solidFill>
                <a:latin typeface="Segoe UI"/>
              </a:defRPr>
            </a:pPr>
            <a:r>
              <a:t>NADI AI FUTURE ROADMAP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🚀 Phase 1: CI/CD Pipeline Automation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Direct integration with GitHub Actions and Kubernetes deployment to execute APPROVED patches automatically.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🚀 Phase 2: RAG Codebase Indexing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Equipping the Patch Engineer with Vector Databases to read and reference broader codebase patterns prior to writing fixes.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F8FAFC"/>
                </a:solidFill>
                <a:latin typeface="Segoe UI"/>
              </a:defRPr>
            </a:pPr>
            <a:r>
              <a:t>🚀 Phase 3: Multi-Modal Diagnostics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94A3B8"/>
                </a:solidFill>
                <a:latin typeface="Segoe UI"/>
              </a:defRPr>
            </a:pPr>
            <a:r>
              <a:t>   Ingesting system architecture graphs, telemetry metrics, and APM charts directly into the Sentry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1017</Words>
  <Application>Microsoft Office PowerPoint</Application>
  <PresentationFormat>Widescreen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Verma</cp:lastModifiedBy>
  <cp:revision>2</cp:revision>
  <dcterms:created xsi:type="dcterms:W3CDTF">2013-01-27T09:14:16Z</dcterms:created>
  <dcterms:modified xsi:type="dcterms:W3CDTF">2026-06-19T07:28:48Z</dcterms:modified>
  <cp:category/>
</cp:coreProperties>
</file>